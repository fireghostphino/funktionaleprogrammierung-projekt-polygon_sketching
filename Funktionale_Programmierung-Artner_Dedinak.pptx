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embeddedFontLst>
    <p:embeddedFont>
      <p:font typeface="Roboto Mono" panose="00000009000000000000" pitchFamily="49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405" y="6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b67aafad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b67aafadf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b67aafadff_3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b67aafadff_3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67aafadff_3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b67aafadff_3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b67aafadff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b67aafadff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b67aafadff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b67aafadff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b67aafadff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b67aafadff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b67aafadff_3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b67aafadff_3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Projekt Präsentation - Polygon sketching</a:t>
            </a: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72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">
                <a:solidFill>
                  <a:schemeClr val="dk1"/>
                </a:solidFill>
              </a:rPr>
              <a:t>Artner Patrick, Dedinak Sebastian</a:t>
            </a:r>
            <a:endParaRPr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2200">
                <a:solidFill>
                  <a:schemeClr val="dk1"/>
                </a:solidFill>
              </a:rPr>
              <a:t>Funktionale Programmierung, 15.01.2025</a:t>
            </a:r>
            <a:endParaRPr sz="2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u="sng"/>
              <a:t>Reflexion der Baseline: </a:t>
            </a:r>
            <a:br>
              <a:rPr lang="de" u="sng"/>
            </a:br>
            <a:r>
              <a:rPr lang="de" u="sng"/>
              <a:t>Identifizierung der verwendeten Funktionen</a:t>
            </a:r>
            <a:endParaRPr u="sng"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316250"/>
            <a:ext cx="8740200" cy="3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de" dirty="0">
                <a:solidFill>
                  <a:schemeClr val="dk1"/>
                </a:solidFill>
                <a:latin typeface="+mn-lt"/>
              </a:rPr>
            </a:br>
            <a:r>
              <a:rPr lang="de" dirty="0">
                <a:solidFill>
                  <a:schemeClr val="dk1"/>
                </a:solidFill>
                <a:latin typeface="+mn-lt"/>
              </a:rPr>
              <a:t>Der Code ist größtenteils nicht funktional programmiert.</a:t>
            </a:r>
            <a:endParaRPr dirty="0">
              <a:solidFill>
                <a:schemeClr val="dk1"/>
              </a:solidFill>
              <a:latin typeface="+mn-lt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e" dirty="0">
                <a:solidFill>
                  <a:schemeClr val="dk1"/>
                </a:solidFill>
                <a:latin typeface="+mn-lt"/>
              </a:rPr>
              <a:t>Funktionale Elemente im Code:</a:t>
            </a:r>
            <a:endParaRPr dirty="0">
              <a:solidFill>
                <a:schemeClr val="dk1"/>
              </a:solidFill>
              <a:latin typeface="+mn-lt"/>
            </a:endParaRPr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-DE" b="1" dirty="0">
                <a:solidFill>
                  <a:schemeClr val="tx1"/>
                </a:solidFill>
                <a:latin typeface="+mn-lt"/>
              </a:rPr>
              <a:t>Nutzung einer Higher Order Funktion</a:t>
            </a:r>
          </a:p>
          <a:p>
            <a:pPr lvl="1" indent="-342900">
              <a:spcBef>
                <a:spcPts val="1200"/>
              </a:spcBef>
              <a:buClr>
                <a:schemeClr val="dk1"/>
              </a:buClr>
              <a:buSzPts val="1800"/>
              <a:buChar char="●"/>
            </a:pPr>
            <a:r>
              <a:rPr lang="de-DE" dirty="0" err="1">
                <a:solidFill>
                  <a:schemeClr val="tx1"/>
                </a:solidFill>
                <a:latin typeface="+mn-lt"/>
              </a:rPr>
              <a:t>Polygons.forEach</a:t>
            </a:r>
            <a:r>
              <a:rPr lang="de-DE" dirty="0">
                <a:solidFill>
                  <a:schemeClr val="tx1"/>
                </a:solidFill>
                <a:latin typeface="+mn-lt"/>
              </a:rPr>
              <a:t>(p=&gt;</a:t>
            </a:r>
            <a:r>
              <a:rPr lang="de-DE" dirty="0" err="1">
                <a:solidFill>
                  <a:schemeClr val="tx1"/>
                </a:solidFill>
                <a:latin typeface="+mn-lt"/>
              </a:rPr>
              <a:t>drawPolygon</a:t>
            </a:r>
            <a:r>
              <a:rPr lang="de-DE" dirty="0">
                <a:solidFill>
                  <a:schemeClr val="tx1"/>
                </a:solidFill>
                <a:latin typeface="+mn-lt"/>
              </a:rPr>
              <a:t>),</a:t>
            </a:r>
            <a:r>
              <a:rPr lang="de-DE" dirty="0" err="1">
                <a:solidFill>
                  <a:schemeClr val="tx1"/>
                </a:solidFill>
                <a:latin typeface="+mn-lt"/>
              </a:rPr>
              <a:t>setTimeout</a:t>
            </a:r>
            <a:endParaRPr lang="de-DE" dirty="0">
              <a:solidFill>
                <a:schemeClr val="tx1"/>
              </a:solidFill>
              <a:latin typeface="+mn-lt"/>
            </a:endParaRPr>
          </a:p>
          <a:p>
            <a:pPr>
              <a:spcBef>
                <a:spcPts val="1200"/>
              </a:spcBef>
              <a:buClr>
                <a:schemeClr val="dk1"/>
              </a:buClr>
            </a:pPr>
            <a:r>
              <a:rPr lang="de-DE" b="1" dirty="0">
                <a:solidFill>
                  <a:schemeClr val="tx1"/>
                </a:solidFill>
                <a:latin typeface="+mn-lt"/>
              </a:rPr>
              <a:t>Lambda Ausdrücke </a:t>
            </a:r>
          </a:p>
          <a:p>
            <a:pPr lvl="1">
              <a:spcBef>
                <a:spcPts val="1200"/>
              </a:spcBef>
              <a:buClr>
                <a:schemeClr val="dk1"/>
              </a:buClr>
            </a:pPr>
            <a:r>
              <a:rPr lang="de-DE" dirty="0">
                <a:solidFill>
                  <a:schemeClr val="tx1"/>
                </a:solidFill>
                <a:latin typeface="+mn-lt"/>
                <a:sym typeface="Roboto Mono"/>
              </a:rPr>
              <a:t>p=</a:t>
            </a:r>
            <a:r>
              <a:rPr lang="de-DE" dirty="0">
                <a:solidFill>
                  <a:schemeClr val="tx1"/>
                </a:solidFill>
                <a:ea typeface="Roboto Mono"/>
                <a:cs typeface="Roboto Mono"/>
                <a:sym typeface="Roboto Mono"/>
              </a:rPr>
              <a:t>&gt; </a:t>
            </a:r>
            <a:r>
              <a:rPr lang="de-DE" dirty="0" err="1">
                <a:solidFill>
                  <a:schemeClr val="tx1"/>
                </a:solidFill>
                <a:ea typeface="Roboto Mono"/>
                <a:cs typeface="Roboto Mono"/>
                <a:sym typeface="Roboto Mono"/>
              </a:rPr>
              <a:t>drawPolygon</a:t>
            </a:r>
            <a:endParaRPr lang="de-DE" dirty="0">
              <a:solidFill>
                <a:schemeClr val="tx1"/>
              </a:solidFill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de" u="sng"/>
              <a:t>Reflexion der Baseline: Was war schwierig?</a:t>
            </a:r>
            <a:endParaRPr u="sng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311700" y="1346625"/>
            <a:ext cx="8520600" cy="322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“Doppelklick beendet das Polygon” Logik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Sonst nicht viel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de" u="sng"/>
              <a:t>Reflexion der Baseline: Was könnte verbessert werden?</a:t>
            </a:r>
            <a:endParaRPr u="sng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body" idx="1"/>
          </p:nvPr>
        </p:nvSpPr>
        <p:spPr>
          <a:xfrm>
            <a:off x="311700" y="1336500"/>
            <a:ext cx="8520600" cy="323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Farbauswahl zurzeit begrenzt, könnte erweitert werden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Fachlogik von UI trennen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Nutzung funktionaler Array-Operationen zB: map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Undo/Redo durch State-Historie ersetzen zB: past: [...history.past, history.present], present: newState, future: []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Ein einziges State-Objekt, das nicht mutiert, sondern ersetzt wird zB:                           let state = {polygons: [],currentPolygon: []}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>
            <a:spLocks noGrp="1"/>
          </p:cNvSpPr>
          <p:nvPr>
            <p:ph type="body" idx="1"/>
          </p:nvPr>
        </p:nvSpPr>
        <p:spPr>
          <a:xfrm>
            <a:off x="311700" y="1316250"/>
            <a:ext cx="8520600" cy="3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de">
                <a:solidFill>
                  <a:schemeClr val="dk1"/>
                </a:solidFill>
              </a:rPr>
            </a:br>
            <a:r>
              <a:rPr lang="de">
                <a:solidFill>
                  <a:schemeClr val="dk1"/>
                </a:solidFill>
              </a:rPr>
              <a:t>Der Code ist soweit möglich funktional programmiert.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e">
                <a:solidFill>
                  <a:schemeClr val="dk1"/>
                </a:solidFill>
              </a:rPr>
              <a:t>Funktionale Elemente im Code: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 sz="1800">
                <a:solidFill>
                  <a:schemeClr val="dk1"/>
                </a:solidFill>
              </a:rPr>
              <a:t>Immutable Datenstrukturen (das Model wird nie verändert)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 sz="1800">
                <a:solidFill>
                  <a:schemeClr val="dk1"/>
                </a:solidFill>
              </a:rPr>
              <a:t>Reine Funktionen (immer </a:t>
            </a:r>
            <a:r>
              <a:rPr lang="de">
                <a:solidFill>
                  <a:schemeClr val="dk1"/>
                </a:solidFill>
              </a:rPr>
              <a:t>dasselbe Ergebnis für dieselben Eingaben)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 sz="1800">
                <a:solidFill>
                  <a:schemeClr val="dk1"/>
                </a:solidFill>
              </a:rPr>
              <a:t>Explizite Zustandsübergänge mittels messages (Msg)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 sz="1800">
                <a:solidFill>
                  <a:schemeClr val="dk1"/>
                </a:solidFill>
              </a:rPr>
              <a:t>Pattern Matching statt IFs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 sz="1800">
                <a:solidFill>
                  <a:schemeClr val="dk1"/>
                </a:solidFill>
              </a:rPr>
              <a:t>Keine Seiteneffekte in der </a:t>
            </a:r>
            <a:r>
              <a:rPr lang="de">
                <a:solidFill>
                  <a:schemeClr val="dk1"/>
                </a:solidFill>
              </a:rPr>
              <a:t>Kernl</a:t>
            </a:r>
            <a:r>
              <a:rPr lang="de" sz="1800">
                <a:solidFill>
                  <a:schemeClr val="dk1"/>
                </a:solidFill>
              </a:rPr>
              <a:t>ogik (Seiteneffekte nur in der UI-Schicht)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u="sng"/>
              <a:t>Reflexion des rein funktionalen Ansatzes:</a:t>
            </a:r>
            <a:br>
              <a:rPr lang="de" u="sng"/>
            </a:br>
            <a:r>
              <a:rPr lang="de" u="sng"/>
              <a:t>Identifizierung der verwendeten Funktionen</a:t>
            </a:r>
            <a:endParaRPr u="sng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de" u="sng"/>
              <a:t>Reflexion des rein funktionalen Ansatzes: </a:t>
            </a:r>
            <a:br>
              <a:rPr lang="de" u="sng"/>
            </a:br>
            <a:r>
              <a:rPr lang="de" u="sng"/>
              <a:t>Was war schwierig?</a:t>
            </a:r>
            <a:endParaRPr u="sng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body" idx="1"/>
          </p:nvPr>
        </p:nvSpPr>
        <p:spPr>
          <a:xfrm>
            <a:off x="311700" y="1346625"/>
            <a:ext cx="8520600" cy="322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“Doppelklick beendet das Polygon” Logik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Umdenken und hineindenken in funktionale Programmierung und deren Syntax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de" u="sng"/>
              <a:t>Reflexion des rein funktionalen Ansatzes:</a:t>
            </a:r>
            <a:br>
              <a:rPr lang="de" u="sng"/>
            </a:br>
            <a:r>
              <a:rPr lang="de" u="sng"/>
              <a:t>Was könnte verbessert werden?</a:t>
            </a:r>
            <a:endParaRPr u="sng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9"/>
          <p:cNvSpPr txBox="1">
            <a:spLocks noGrp="1"/>
          </p:cNvSpPr>
          <p:nvPr>
            <p:ph type="body" idx="1"/>
          </p:nvPr>
        </p:nvSpPr>
        <p:spPr>
          <a:xfrm>
            <a:off x="311700" y="1336500"/>
            <a:ext cx="8520600" cy="323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Weitere Aufteilung der Logik in kleinere Funktionen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Strengere Trennung von Logik und UI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Anzeigen von Verwendungsmöglichkeiten des Programms 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de">
                <a:solidFill>
                  <a:schemeClr val="dk1"/>
                </a:solidFill>
              </a:rPr>
              <a:t>Farbauswahl zurzeit begrenzt, könnte erweitert werden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740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de" u="sng"/>
              <a:t>Reflexion der Ansätze im Vergleich: Funktional vs Imperativ</a:t>
            </a:r>
            <a:endParaRPr u="sng"/>
          </a:p>
        </p:txBody>
      </p:sp>
      <p:sp>
        <p:nvSpPr>
          <p:cNvPr id="97" name="Google Shape;97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94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>
                <a:solidFill>
                  <a:schemeClr val="dk1"/>
                </a:solidFill>
              </a:rPr>
              <a:t>Erweiterbarkeit:</a:t>
            </a: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600">
                <a:solidFill>
                  <a:schemeClr val="dk1"/>
                </a:solidFill>
              </a:rPr>
              <a:t>Funktionale Programmierung ist besser erweiterbar, weil neue Funktionen einfacher ergänzt werden können, ohne bestehenden Code stark zu verändern</a:t>
            </a:r>
            <a:endParaRPr sz="16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>
                <a:solidFill>
                  <a:schemeClr val="dk1"/>
                </a:solidFill>
              </a:rPr>
              <a:t>Prüfbarkeit:</a:t>
            </a: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600">
                <a:solidFill>
                  <a:schemeClr val="dk1"/>
                </a:solidFill>
              </a:rPr>
              <a:t>Funktionaler Code ist leichter zu testen, da Funktionen meist ohne Seiteneffekte und versteckte Abhängigkeiten arbeiten und einzeln überprüft werden können</a:t>
            </a:r>
            <a:endParaRPr sz="16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>
                <a:solidFill>
                  <a:schemeClr val="dk1"/>
                </a:solidFill>
              </a:rPr>
              <a:t>Wartbarkeit:</a:t>
            </a: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600">
                <a:solidFill>
                  <a:schemeClr val="dk1"/>
                </a:solidFill>
              </a:rPr>
              <a:t>Imperativer Code ist leichter zu lesen und der Programmablauf ist direkt nachvollziehbar, da Zustandsänderungen sofort sichtbar sind</a:t>
            </a:r>
            <a:endParaRPr sz="2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>
                <a:solidFill>
                  <a:schemeClr val="dk1"/>
                </a:solidFill>
              </a:rPr>
              <a:t>Komplexität:</a:t>
            </a: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600">
                <a:solidFill>
                  <a:schemeClr val="dk1"/>
                </a:solidFill>
              </a:rPr>
              <a:t>Funktionale Programmierung ist am Anfang schwer zu verstehen aber führt langfristig wahrscheinlich zu weniger kompliziertem Code als der imperative Ansatz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376</Words>
  <Application>Microsoft Office PowerPoint</Application>
  <PresentationFormat>Bildschirmpräsentation (16:9)</PresentationFormat>
  <Paragraphs>46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1" baseType="lpstr">
      <vt:lpstr>Arial</vt:lpstr>
      <vt:lpstr>Roboto Mono</vt:lpstr>
      <vt:lpstr>Simple Light</vt:lpstr>
      <vt:lpstr>Projekt Präsentation - Polygon sketching</vt:lpstr>
      <vt:lpstr>Reflexion der Baseline:  Identifizierung der verwendeten Funktionen</vt:lpstr>
      <vt:lpstr>Reflexion der Baseline: Was war schwierig? </vt:lpstr>
      <vt:lpstr>Reflexion der Baseline: Was könnte verbessert werden? </vt:lpstr>
      <vt:lpstr>Reflexion des rein funktionalen Ansatzes: Identifizierung der verwendeten Funktionen</vt:lpstr>
      <vt:lpstr>Reflexion des rein funktionalen Ansatzes:  Was war schwierig? </vt:lpstr>
      <vt:lpstr>Reflexion des rein funktionalen Ansatzes: Was könnte verbessert werden? </vt:lpstr>
      <vt:lpstr>Reflexion der Ansätze im Vergleich: Funktional vs Imperativ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Patrick Artner</cp:lastModifiedBy>
  <cp:revision>2</cp:revision>
  <dcterms:modified xsi:type="dcterms:W3CDTF">2026-01-15T16:48:07Z</dcterms:modified>
</cp:coreProperties>
</file>