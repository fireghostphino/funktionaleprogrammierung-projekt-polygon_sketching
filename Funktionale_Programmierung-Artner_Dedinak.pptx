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7aafad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7aafad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7aafadff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7aafadff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67aafadff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67aafadff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67aafadf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67aafad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7aafadf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7aafadf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7aafadf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67aafad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67aafadff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67aafadff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 Präsentation - Polygon sketching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7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Artner Patrick, Dedinak Sebastian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>
                <a:solidFill>
                  <a:schemeClr val="dk1"/>
                </a:solidFill>
              </a:rPr>
              <a:t>Funktionale Programmierung, </a:t>
            </a:r>
            <a:r>
              <a:rPr lang="de" sz="2200">
                <a:solidFill>
                  <a:schemeClr val="dk1"/>
                </a:solidFill>
              </a:rPr>
              <a:t>15.01.2025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/>
              <a:t>Reflexion der Baseline: </a:t>
            </a:r>
            <a:br>
              <a:rPr lang="de" u="sng"/>
            </a:br>
            <a:r>
              <a:rPr lang="de" u="sng"/>
              <a:t>I</a:t>
            </a:r>
            <a:r>
              <a:rPr lang="de" u="sng"/>
              <a:t>dentifizierung der verwendeten Funktionen</a:t>
            </a:r>
            <a:endParaRPr u="sng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16250"/>
            <a:ext cx="8740200" cy="3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Der Code ist größtenteils nicht </a:t>
            </a:r>
            <a:r>
              <a:rPr lang="de">
                <a:solidFill>
                  <a:schemeClr val="dk1"/>
                </a:solidFill>
              </a:rPr>
              <a:t>funktional</a:t>
            </a:r>
            <a:r>
              <a:rPr lang="de">
                <a:solidFill>
                  <a:schemeClr val="dk1"/>
                </a:solidFill>
              </a:rPr>
              <a:t> programmiert.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Funktionale Elemente im Code: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de">
                <a:solidFill>
                  <a:schemeClr val="dk1"/>
                </a:solidFill>
              </a:rPr>
              <a:t>Array.forEach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de" sz="1800">
                <a:solidFill>
                  <a:schemeClr val="dk1"/>
                </a:solidFill>
              </a:rPr>
              <a:t>Nutzung einer Higher-Order-Funktion. Deklarativer als eine for-Schleife.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de">
                <a:solidFill>
                  <a:schemeClr val="dk1"/>
                </a:solidFill>
              </a:rPr>
              <a:t>Kapselung von Logik in Funktionen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de" sz="1800">
                <a:solidFill>
                  <a:schemeClr val="dk1"/>
                </a:solidFill>
              </a:rPr>
              <a:t>Formal eine Funktion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de">
                <a:solidFill>
                  <a:schemeClr val="dk1"/>
                </a:solidFill>
              </a:rPr>
              <a:t>JSON.stringify({ polygons, currentPolygon, color });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de" sz="1800">
                <a:solidFill>
                  <a:schemeClr val="dk1"/>
                </a:solidFill>
              </a:rPr>
              <a:t>Zustand wird als Wert behandelt. Snapshot-Idee ähnelt funktionalen State-Modellen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 u="sng"/>
              <a:t>Reflexion der Baseline: Was war schwierig?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346625"/>
            <a:ext cx="8520600" cy="32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“Doppelklick beendet das Polygon” Logik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Sonst nicht viel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 u="sng"/>
              <a:t>Reflexion der Baseline: Was könnte verbessert werden?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336500"/>
            <a:ext cx="8520600" cy="32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Farbauswahl zurzeit begrenzt, könnte erweitert werden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Fachlogik von UI trennen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Nutzung funktionaler Array-Operationen zB: map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Undo/Redo durch State-Historie ersetzen zB: past: [...history.past, history.present], present: newState, future: []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Ein einziges State-Objekt, das nicht mutiert, sondern ersetzt wird zB:                           let state = {polygons: [],currentPolygon: []}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316250"/>
            <a:ext cx="8520600" cy="3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Der Code ist soweit möglich funktional programmiert.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dk1"/>
                </a:solidFill>
              </a:rPr>
              <a:t>Funktionale Elemente im Code: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 sz="1800">
                <a:solidFill>
                  <a:schemeClr val="dk1"/>
                </a:solidFill>
              </a:rPr>
              <a:t>Immutable Datenstrukturen (das Model wird nie verändert)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 sz="1800">
                <a:solidFill>
                  <a:schemeClr val="dk1"/>
                </a:solidFill>
              </a:rPr>
              <a:t>Reine Funktionen (immer </a:t>
            </a:r>
            <a:r>
              <a:rPr lang="de">
                <a:solidFill>
                  <a:schemeClr val="dk1"/>
                </a:solidFill>
              </a:rPr>
              <a:t>dasselbe Ergebnis für dieselben Eingaben)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 sz="1800">
                <a:solidFill>
                  <a:schemeClr val="dk1"/>
                </a:solidFill>
              </a:rPr>
              <a:t>Explizite Zustandsübergänge mittels messages (Msg)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 sz="1800">
                <a:solidFill>
                  <a:schemeClr val="dk1"/>
                </a:solidFill>
              </a:rPr>
              <a:t>Pattern Matching statt IFs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 sz="1800">
                <a:solidFill>
                  <a:schemeClr val="dk1"/>
                </a:solidFill>
              </a:rPr>
              <a:t>Keine Seiteneffekte in der </a:t>
            </a:r>
            <a:r>
              <a:rPr lang="de">
                <a:solidFill>
                  <a:schemeClr val="dk1"/>
                </a:solidFill>
              </a:rPr>
              <a:t>Kernl</a:t>
            </a:r>
            <a:r>
              <a:rPr lang="de" sz="1800">
                <a:solidFill>
                  <a:schemeClr val="dk1"/>
                </a:solidFill>
              </a:rPr>
              <a:t>ogik (Seiteneffekte nur in der UI-Schicht)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/>
              <a:t>Reflexion des rein funktionalen Ansatzes</a:t>
            </a:r>
            <a:r>
              <a:rPr lang="de" u="sng"/>
              <a:t>:</a:t>
            </a:r>
            <a:br>
              <a:rPr lang="de" u="sng"/>
            </a:br>
            <a:r>
              <a:rPr lang="de" u="sng"/>
              <a:t>Identifizierung der verwendeten Funktionen</a:t>
            </a:r>
            <a:endParaRPr u="s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 u="sng"/>
              <a:t>Reflexion des rein funktionalen Ansatzes: </a:t>
            </a:r>
            <a:br>
              <a:rPr lang="de" u="sng"/>
            </a:br>
            <a:r>
              <a:rPr lang="de" u="sng"/>
              <a:t>Was war schwierig?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346625"/>
            <a:ext cx="8520600" cy="32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“Doppelklick beendet das Polygon” Logik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Umdenken und hineindenken in funktionale Programmierung und deren Syntax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 u="sng"/>
              <a:t>Reflexion des rein funktionalen Ansatzes</a:t>
            </a:r>
            <a:r>
              <a:rPr lang="de" u="sng"/>
              <a:t>:</a:t>
            </a:r>
            <a:br>
              <a:rPr lang="de" u="sng"/>
            </a:br>
            <a:r>
              <a:rPr lang="de" u="sng"/>
              <a:t>Was könnte verbessert werden?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336500"/>
            <a:ext cx="8520600" cy="32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Weitere Aufteilung der Logik in kleinere Funktionen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Strengere Trennung von Logik und UI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Anzeigen von Verwendungsmöglichkeiten des Programms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de">
                <a:solidFill>
                  <a:schemeClr val="dk1"/>
                </a:solidFill>
              </a:rPr>
              <a:t>Farbauswahl zurzeit begrenzt, könnte erweitert werden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74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 u="sng"/>
              <a:t>Reflexion der Ansätze im Vergleich: Funktional vs Imperativ</a:t>
            </a:r>
            <a:endParaRPr u="sng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Erweiterbarkeit: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Funktionale Programmierung ist besser erweiterbar, weil neue Funktionen einfacher ergänzt werden können, ohne bestehenden Code stark zu verändern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Prüfbarkeit: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Funktionaler Code ist leichter zu testen, da Funktionen meist ohne Seiteneffekte und versteckte Abhängigkeiten arbeiten und einzeln überprüft werden können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Wartbarkeit: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Imperativer Code ist leichter zu lesen und der Programmablauf ist direkt nachvollziehbar, da Zustandsänderungen sofort sichtbar sind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dk1"/>
                </a:solidFill>
              </a:rPr>
              <a:t>Komplexität: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dk1"/>
                </a:solidFill>
              </a:rPr>
              <a:t>Funktionale Programmierung ist am Anfang schwer zu verstehen aber führt langfristig wahrscheinlich zu weniger kompliziertem Code als der imperative Ansatz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